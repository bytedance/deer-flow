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知识库验收样例（PPTX）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本文件的验收标记是 ACCEPT8-PPTX-4416。</a:t>
            </a:r>
          </a:p>
          <a:p>
            <a:r>
              <a:t>用于验证演示文稿上传、解析与索引路径。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